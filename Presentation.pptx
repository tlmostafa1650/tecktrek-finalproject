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7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4967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0B5C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274320"/>
            <a:ext cx="2743200" cy="2743200"/>
          </a:xfrm>
          <a:prstGeom prst="ellipse">
            <a:avLst/>
          </a:prstGeom>
          <a:solidFill>
            <a:srgbClr val="3FC1B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FC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32  ·  FINAL PROJECT DISCUSSION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13232" y="23774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TechTrek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31520" y="35204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bilingual, responsive university website built with React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4160520"/>
            <a:ext cx="2926080" cy="0"/>
          </a:xfrm>
          <a:prstGeom prst="line">
            <a:avLst/>
          </a:prstGeom>
          <a:noFill/>
          <a:ln w="25400">
            <a:solidFill>
              <a:srgbClr val="3FC1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389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FC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736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Marwan Hassan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566160" y="4736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Mariam Mohamed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31520" y="51023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Yousef Alaa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566160" y="51023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Mariam Khaled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31520" y="54681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Mostafa EL-Hosseny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566160" y="54681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Mustafa Ashraf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TLMostafa1650/TeckTrek-FinalProject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TechTrek?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departments, programs, faculty, news, and services are usually scattered across static pages or PDFs — hard to browse, hard to search, and available in one language only.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0B5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TechTrek brings all of it into a single, fast, bilingual React website — searchable, filterable, and fully responsive.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26480" y="141732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101600" dist="38100" dir="5400000" algn="bl" rotWithShape="0">
              <a:srgbClr val="1C304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355080" y="1673352"/>
            <a:ext cx="502920" cy="502920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8" name="Text 6"/>
          <p:cNvSpPr/>
          <p:nvPr/>
        </p:nvSpPr>
        <p:spPr>
          <a:xfrm>
            <a:off x="6355080" y="1673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040880" y="15544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040880" y="187452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Departments, programs, faculty, news, events &amp; services in one place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26480" y="2898648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101600" dist="38100" dir="5400000" algn="bl" rotWithShape="0">
              <a:srgbClr val="1C304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55080" y="3154680"/>
            <a:ext cx="502920" cy="502920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040880" y="303580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by design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040880" y="3355848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&amp; English with true RTL / LTR layout switching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4379976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101600" dist="38100" dir="5400000" algn="bl" rotWithShape="0">
              <a:srgbClr val="1C304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55080" y="4636008"/>
            <a:ext cx="502920" cy="502920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46360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040880" y="4517136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Findable content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040880" y="4837176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filtering across news, announcements, faculty &amp; services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Idea to Final Output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94360" cy="594360"/>
          </a:xfrm>
          <a:prstGeom prst="ellipse">
            <a:avLst/>
          </a:prstGeom>
          <a:solidFill>
            <a:srgbClr val="0B5C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2860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43000" y="2583180"/>
            <a:ext cx="1673352" cy="0"/>
          </a:xfrm>
          <a:prstGeom prst="line">
            <a:avLst/>
          </a:prstGeom>
          <a:noFill/>
          <a:ln w="25400">
            <a:solidFill>
              <a:srgbClr val="DCE6EA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11480" y="306324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11480" y="3401568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scope: a bilingual university site covering academics, news &amp; services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2816352" y="2286000"/>
            <a:ext cx="594360" cy="594360"/>
          </a:xfrm>
          <a:prstGeom prst="ellipse">
            <a:avLst/>
          </a:prstGeom>
          <a:solidFill>
            <a:srgbClr val="0B5C82"/>
          </a:solidFill>
          <a:ln/>
        </p:spPr>
      </p:sp>
      <p:sp>
        <p:nvSpPr>
          <p:cNvPr id="10" name="Text 8"/>
          <p:cNvSpPr/>
          <p:nvPr/>
        </p:nvSpPr>
        <p:spPr>
          <a:xfrm>
            <a:off x="2816352" y="22860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410712" y="2583180"/>
            <a:ext cx="1673352" cy="0"/>
          </a:xfrm>
          <a:prstGeom prst="line">
            <a:avLst/>
          </a:prstGeom>
          <a:noFill/>
          <a:ln w="25400">
            <a:solidFill>
              <a:srgbClr val="DCE6EA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2679192" y="306324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679192" y="3401568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by feature area; agree on shared routing, data &amp; i18n structure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084064" y="2286000"/>
            <a:ext cx="594360" cy="594360"/>
          </a:xfrm>
          <a:prstGeom prst="ellipse">
            <a:avLst/>
          </a:prstGeom>
          <a:solidFill>
            <a:srgbClr val="3FC1B0"/>
          </a:solidFill>
          <a:ln/>
        </p:spPr>
      </p:sp>
      <p:sp>
        <p:nvSpPr>
          <p:cNvPr id="15" name="Text 13"/>
          <p:cNvSpPr/>
          <p:nvPr/>
        </p:nvSpPr>
        <p:spPr>
          <a:xfrm>
            <a:off x="5084064" y="22860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78424" y="2583180"/>
            <a:ext cx="1673352" cy="0"/>
          </a:xfrm>
          <a:prstGeom prst="line">
            <a:avLst/>
          </a:prstGeom>
          <a:noFill/>
          <a:ln w="25400">
            <a:solidFill>
              <a:srgbClr val="DCE6EA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946904" y="306324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946904" y="3401568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pages, components, search/filter logic &amp; the contact form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7351776" y="2286000"/>
            <a:ext cx="594360" cy="594360"/>
          </a:xfrm>
          <a:prstGeom prst="ellipse">
            <a:avLst/>
          </a:prstGeom>
          <a:solidFill>
            <a:srgbClr val="0B5C82"/>
          </a:solidFill>
          <a:ln/>
        </p:spPr>
      </p:sp>
      <p:sp>
        <p:nvSpPr>
          <p:cNvPr id="20" name="Text 18"/>
          <p:cNvSpPr/>
          <p:nvPr/>
        </p:nvSpPr>
        <p:spPr>
          <a:xfrm>
            <a:off x="7351776" y="22860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946136" y="2583180"/>
            <a:ext cx="1673352" cy="0"/>
          </a:xfrm>
          <a:prstGeom prst="line">
            <a:avLst/>
          </a:prstGeom>
          <a:noFill/>
          <a:ln w="25400">
            <a:solidFill>
              <a:srgbClr val="DCE6EA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214616" y="306324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214616" y="3401568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responsive site in Arabic &amp; English, tested across devices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9619488" y="2286000"/>
            <a:ext cx="594360" cy="594360"/>
          </a:xfrm>
          <a:prstGeom prst="ellipse">
            <a:avLst/>
          </a:prstGeom>
          <a:solidFill>
            <a:srgbClr val="0B5C82"/>
          </a:solidFill>
          <a:ln/>
        </p:spPr>
      </p:sp>
      <p:sp>
        <p:nvSpPr>
          <p:cNvPr id="25" name="Text 23"/>
          <p:cNvSpPr/>
          <p:nvPr/>
        </p:nvSpPr>
        <p:spPr>
          <a:xfrm>
            <a:off x="9619488" y="22860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482328" y="306324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Output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482328" y="3401568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React app, merged on GitHub with README &amp; docs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548640" y="52578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0B5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division was required during build — but every member understands the full project: idea, implementation, code, and results.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C304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6459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24028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Component-based UI, the foundation of every page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C304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1691640"/>
            <a:ext cx="457200" cy="457200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20640" y="16459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Router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26280" y="224028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routing incl. detail pages like /departments/:id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046720" y="146304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C304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75320" y="1691640"/>
            <a:ext cx="457200" cy="457200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869680" y="16459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i18next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75320" y="224028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/ English translations from locales/ar &amp; locales/en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548640" y="333756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C304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3566160"/>
            <a:ext cx="457200" cy="457200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35204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RTL / LTR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77240" y="411480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mirrors direction automatically with language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4297680" y="333756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C304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26280" y="3566160"/>
            <a:ext cx="457200" cy="457200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20640" y="35204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Reusable Components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26280" y="411480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Navbar, Footer, Hero, Cards, SearchBar, Filter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8046720" y="333756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C304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75320" y="3566160"/>
            <a:ext cx="457200" cy="457200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31" name="Text 29"/>
          <p:cNvSpPr/>
          <p:nvPr/>
        </p:nvSpPr>
        <p:spPr>
          <a:xfrm>
            <a:off x="827532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869680" y="35204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App Shell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275320" y="411480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App.jsx, main.jsx, shared routes &amp; a 404 page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Built What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C304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18488"/>
            <a:ext cx="502920" cy="502920"/>
          </a:xfrm>
          <a:prstGeom prst="ellipse">
            <a:avLst/>
          </a:prstGeom>
          <a:solidFill>
            <a:srgbClr val="0B5C82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184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57276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Marwan Hassan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184708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+ Layout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331720"/>
            <a:ext cx="32095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Navbar, Footer, Hero, page assembly &amp; responsive layout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297680" y="14173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C304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98848" y="1618488"/>
            <a:ext cx="502920" cy="502920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12" name="Text 10"/>
          <p:cNvSpPr/>
          <p:nvPr/>
        </p:nvSpPr>
        <p:spPr>
          <a:xfrm>
            <a:off x="4498848" y="16184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20640" y="157276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Mariam Mohamed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20640" y="184708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/ Departments / Programs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498848" y="2331720"/>
            <a:ext cx="32095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&amp; program listings + detail routes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8046720" y="14173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C304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47888" y="1618488"/>
            <a:ext cx="502920" cy="502920"/>
          </a:xfrm>
          <a:prstGeom prst="ellipse">
            <a:avLst/>
          </a:prstGeom>
          <a:solidFill>
            <a:srgbClr val="0B5C82"/>
          </a:solidFill>
          <a:ln/>
        </p:spPr>
      </p:sp>
      <p:sp>
        <p:nvSpPr>
          <p:cNvPr id="18" name="Text 16"/>
          <p:cNvSpPr/>
          <p:nvPr/>
        </p:nvSpPr>
        <p:spPr>
          <a:xfrm>
            <a:off x="8247888" y="16184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869680" y="157276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Yousef Alaa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869680" y="184708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+ Announcements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47888" y="2331720"/>
            <a:ext cx="32095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filtering by category / date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548640" y="35661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C304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9808" y="3767328"/>
            <a:ext cx="502920" cy="502920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" y="37673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71600" y="372160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Mariam Khaled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71600" y="399592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+ Services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49808" y="4480560"/>
            <a:ext cx="32095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search &amp; filtering by department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4297680" y="35661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C304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498848" y="3767328"/>
            <a:ext cx="502920" cy="502920"/>
          </a:xfrm>
          <a:prstGeom prst="ellipse">
            <a:avLst/>
          </a:prstGeom>
          <a:solidFill>
            <a:srgbClr val="0B5C82"/>
          </a:solidFill>
          <a:ln/>
        </p:spPr>
      </p:sp>
      <p:sp>
        <p:nvSpPr>
          <p:cNvPr id="30" name="Text 28"/>
          <p:cNvSpPr/>
          <p:nvPr/>
        </p:nvSpPr>
        <p:spPr>
          <a:xfrm>
            <a:off x="4498848" y="37673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120640" y="372160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Mostafa EL-Hosseny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120640" y="399592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+ Contact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498848" y="4480560"/>
            <a:ext cx="32095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form with validation &amp; success messages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8046720" y="35661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C304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247888" y="3767328"/>
            <a:ext cx="502920" cy="502920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36" name="Text 34"/>
          <p:cNvSpPr/>
          <p:nvPr/>
        </p:nvSpPr>
        <p:spPr>
          <a:xfrm>
            <a:off x="8247888" y="37673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869680" y="372160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Mustafa Ashraf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869680" y="399592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+ i18n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247888" y="4480560"/>
            <a:ext cx="32095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Routing, translations, RTL/LTR, integration &amp; GitHub</a:t>
            </a:r>
            <a:endParaRPr lang="en-US" sz="1020" dirty="0"/>
          </a:p>
        </p:txBody>
      </p:sp>
      <p:sp>
        <p:nvSpPr>
          <p:cNvPr id="40" name="Text 38"/>
          <p:cNvSpPr/>
          <p:nvPr/>
        </p:nvSpPr>
        <p:spPr>
          <a:xfrm>
            <a:off x="548640" y="55778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remains responsible for the project as a whole — roles reflect focus, not boundaries.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Pages &amp;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548640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80760" y="1371600"/>
            <a:ext cx="553212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54480"/>
            <a:ext cx="365760" cy="365760"/>
          </a:xfrm>
          <a:prstGeom prst="ellipse">
            <a:avLst/>
          </a:prstGeom>
          <a:solidFill>
            <a:srgbClr val="0B5C8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1499616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1560" y="184708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Hero, statistics &amp; quick links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514600"/>
            <a:ext cx="365760" cy="365760"/>
          </a:xfrm>
          <a:prstGeom prst="ellipse">
            <a:avLst/>
          </a:prstGeom>
          <a:solidFill>
            <a:srgbClr val="0B5C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2459736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/ Departments / Programs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51560" y="280720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pages via React Router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365760" cy="365760"/>
          </a:xfrm>
          <a:prstGeom prst="ellipse">
            <a:avLst/>
          </a:prstGeom>
          <a:solidFill>
            <a:srgbClr val="0B5C8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3419856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News / Announcements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51560" y="376732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&amp; date filtering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1554480"/>
            <a:ext cx="365760" cy="365760"/>
          </a:xfrm>
          <a:prstGeom prst="ellipse">
            <a:avLst/>
          </a:prstGeom>
          <a:solidFill>
            <a:srgbClr val="0B5C82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66560" y="1499616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Faculty / Services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766560" y="184708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+ department filtering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63640" y="2514600"/>
            <a:ext cx="365760" cy="365760"/>
          </a:xfrm>
          <a:prstGeom prst="ellipse">
            <a:avLst/>
          </a:prstGeom>
          <a:solidFill>
            <a:srgbClr val="0B5C82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66560" y="2459736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766560" y="280720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with optional filtering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63640" y="3474720"/>
            <a:ext cx="365760" cy="365760"/>
          </a:xfrm>
          <a:prstGeom prst="ellipse">
            <a:avLst/>
          </a:prstGeom>
          <a:solidFill>
            <a:srgbClr val="0B5C82"/>
          </a:solidFill>
          <a:ln/>
        </p:spPr>
      </p:sp>
      <p:sp>
        <p:nvSpPr>
          <p:cNvPr id="27" name="Text 25"/>
          <p:cNvSpPr/>
          <p:nvPr/>
        </p:nvSpPr>
        <p:spPr>
          <a:xfrm>
            <a:off x="626364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66560" y="3419856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766560" y="376732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form with feedback messages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8640" y="47091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components: Navbar · Footer · Hero · SectionTitle · Button · Cards · SearchBar · Filter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E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C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&amp; Filtering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core requirement — not a bonus feature.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12406A"/>
          </a:solidFill>
          <a:ln w="12700">
            <a:solidFill>
              <a:srgbClr val="1E5A8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350008"/>
            <a:ext cx="594360" cy="594360"/>
          </a:xfrm>
          <a:prstGeom prst="ellipse">
            <a:avLst/>
          </a:prstGeom>
          <a:solidFill>
            <a:srgbClr val="3FC1B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5000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⌕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91640" y="2167128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News &amp; Announcements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691640" y="2587752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F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keyword, filter by category and date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778240" y="2423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3FC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Yousef Alaa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56616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12406A"/>
          </a:solidFill>
          <a:ln w="12700">
            <a:solidFill>
              <a:srgbClr val="1E5A8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950208"/>
            <a:ext cx="594360" cy="594360"/>
          </a:xfrm>
          <a:prstGeom prst="ellipse">
            <a:avLst/>
          </a:prstGeom>
          <a:solidFill>
            <a:srgbClr val="3FC1B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95020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⌕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91640" y="3767328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Faculty &amp; Services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91640" y="4187952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F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faculty by name, filter by department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778240" y="4023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3FC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Mariam Khaled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52578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SearchBar and Filter components are reused across both feature areas for a consistent experience.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 Form Validation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contact form validates every field before submission and gives the user clear feedback.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20040" cy="320040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331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30428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— required, non-empty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320040" cy="320040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34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280720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— valid email format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320040" cy="320040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337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331012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— valid phone format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320040" cy="320040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840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381304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— required, non-empty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E6F7F1"/>
          </a:solidFill>
          <a:ln w="12700">
            <a:solidFill>
              <a:srgbClr val="BFE8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70916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message shown after a valid submission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1371600"/>
            <a:ext cx="512064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127000" dist="38100" dir="5400000" algn="bl" rotWithShape="0">
              <a:srgbClr val="1C304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29400" y="16002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 Us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29400" y="210312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629400" y="2359152"/>
            <a:ext cx="4480560" cy="365760"/>
          </a:xfrm>
          <a:prstGeom prst="roundRect">
            <a:avLst>
              <a:gd name="adj" fmla="val 12500"/>
            </a:avLst>
          </a:prstGeom>
          <a:solidFill>
            <a:srgbClr val="F4F8FA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278892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Address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629400" y="3044952"/>
            <a:ext cx="4480560" cy="365760"/>
          </a:xfrm>
          <a:prstGeom prst="roundRect">
            <a:avLst>
              <a:gd name="adj" fmla="val 12500"/>
            </a:avLst>
          </a:prstGeom>
          <a:solidFill>
            <a:srgbClr val="F4F8FA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9400" y="347472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Number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29400" y="3730752"/>
            <a:ext cx="4480560" cy="365760"/>
          </a:xfrm>
          <a:prstGeom prst="roundRect">
            <a:avLst>
              <a:gd name="adj" fmla="val 12500"/>
            </a:avLst>
          </a:prstGeom>
          <a:solidFill>
            <a:srgbClr val="F4F8FA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9400" y="416052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629400" y="4416552"/>
            <a:ext cx="4480560" cy="640080"/>
          </a:xfrm>
          <a:prstGeom prst="roundRect">
            <a:avLst>
              <a:gd name="adj" fmla="val 7143"/>
            </a:avLst>
          </a:prstGeom>
          <a:solidFill>
            <a:srgbClr val="F4F8FA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29400" y="521208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0B5C82"/>
          </a:solidFill>
          <a:ln/>
        </p:spPr>
      </p:sp>
      <p:sp>
        <p:nvSpPr>
          <p:cNvPr id="30" name="Text 28"/>
          <p:cNvSpPr/>
          <p:nvPr/>
        </p:nvSpPr>
        <p:spPr>
          <a:xfrm>
            <a:off x="6629400" y="5212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by Design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shares the same pages for both languages — no duplicated routes — switching content and direction dynamically.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21208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C304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377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5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English · LTR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2788920"/>
            <a:ext cx="914400" cy="274320"/>
          </a:xfrm>
          <a:prstGeom prst="rect">
            <a:avLst/>
          </a:prstGeom>
          <a:solidFill>
            <a:srgbClr val="0B5C82"/>
          </a:solidFill>
          <a:ln/>
        </p:spPr>
      </p:sp>
      <p:sp>
        <p:nvSpPr>
          <p:cNvPr id="8" name="Shape 6"/>
          <p:cNvSpPr/>
          <p:nvPr/>
        </p:nvSpPr>
        <p:spPr>
          <a:xfrm>
            <a:off x="1828800" y="2788920"/>
            <a:ext cx="914400" cy="274320"/>
          </a:xfrm>
          <a:prstGeom prst="rect">
            <a:avLst/>
          </a:prstGeom>
          <a:solidFill>
            <a:srgbClr val="DCE6EA"/>
          </a:solidFill>
          <a:ln/>
        </p:spPr>
      </p:sp>
      <p:sp>
        <p:nvSpPr>
          <p:cNvPr id="9" name="Shape 7"/>
          <p:cNvSpPr/>
          <p:nvPr/>
        </p:nvSpPr>
        <p:spPr>
          <a:xfrm>
            <a:off x="2834640" y="2788920"/>
            <a:ext cx="914400" cy="274320"/>
          </a:xfrm>
          <a:prstGeom prst="rect">
            <a:avLst/>
          </a:prstGeom>
          <a:solidFill>
            <a:srgbClr val="DCE6EA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3291840"/>
            <a:ext cx="4297680" cy="2743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703320"/>
            <a:ext cx="4297680" cy="2743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4114800"/>
            <a:ext cx="4297680" cy="274320"/>
          </a:xfrm>
          <a:prstGeom prst="rect">
            <a:avLst/>
          </a:prstGeom>
          <a:solidFill>
            <a:srgbClr val="F4F8FA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8006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flows left → right; nav &amp; icons anchored left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2194560"/>
            <a:ext cx="5212080" cy="3383280"/>
          </a:xfrm>
          <a:prstGeom prst="roundRect">
            <a:avLst>
              <a:gd name="adj" fmla="val 2703"/>
            </a:avLst>
          </a:prstGeom>
          <a:solidFill>
            <a:srgbClr val="0B2E4E"/>
          </a:solidFill>
          <a:ln/>
          <a:effectLst>
            <a:outerShdw blurRad="76200" dist="25400" dir="5400000" algn="bl" rotWithShape="0">
              <a:srgbClr val="1C304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03720" y="2377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50" b="1" dirty="0">
                <a:solidFill>
                  <a:srgbClr val="3FC1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العربية · RTL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9738360" y="2788920"/>
            <a:ext cx="914400" cy="274320"/>
          </a:xfrm>
          <a:prstGeom prst="rect">
            <a:avLst/>
          </a:prstGeom>
          <a:solidFill>
            <a:srgbClr val="3FC1B0"/>
          </a:solidFill>
          <a:ln/>
        </p:spPr>
      </p:sp>
      <p:sp>
        <p:nvSpPr>
          <p:cNvPr id="17" name="Shape 15"/>
          <p:cNvSpPr/>
          <p:nvPr/>
        </p:nvSpPr>
        <p:spPr>
          <a:xfrm>
            <a:off x="8732520" y="2788920"/>
            <a:ext cx="914400" cy="274320"/>
          </a:xfrm>
          <a:prstGeom prst="rect">
            <a:avLst/>
          </a:prstGeom>
          <a:solidFill>
            <a:srgbClr val="2E4A63"/>
          </a:solidFill>
          <a:ln/>
        </p:spPr>
      </p:sp>
      <p:sp>
        <p:nvSpPr>
          <p:cNvPr id="18" name="Shape 16"/>
          <p:cNvSpPr/>
          <p:nvPr/>
        </p:nvSpPr>
        <p:spPr>
          <a:xfrm>
            <a:off x="7726680" y="2788920"/>
            <a:ext cx="914400" cy="274320"/>
          </a:xfrm>
          <a:prstGeom prst="rect">
            <a:avLst/>
          </a:prstGeom>
          <a:solidFill>
            <a:srgbClr val="2E4A63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6520" y="3291840"/>
            <a:ext cx="4297680" cy="274320"/>
          </a:xfrm>
          <a:prstGeom prst="rect">
            <a:avLst/>
          </a:prstGeom>
          <a:solidFill>
            <a:srgbClr val="12406A"/>
          </a:solidFill>
          <a:ln w="9525">
            <a:solidFill>
              <a:srgbClr val="1E5A8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3703320"/>
            <a:ext cx="4297680" cy="274320"/>
          </a:xfrm>
          <a:prstGeom prst="rect">
            <a:avLst/>
          </a:prstGeom>
          <a:solidFill>
            <a:srgbClr val="12406A"/>
          </a:solidFill>
          <a:ln w="9525">
            <a:solidFill>
              <a:srgbClr val="1E5A8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4114800"/>
            <a:ext cx="4297680" cy="274320"/>
          </a:xfrm>
          <a:prstGeom prst="rect">
            <a:avLst/>
          </a:prstGeom>
          <a:solidFill>
            <a:srgbClr val="12406A"/>
          </a:solidFill>
          <a:ln w="9525">
            <a:solidFill>
              <a:srgbClr val="1E5A8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48006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F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flows right → left; nav &amp; icons mirror to the right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8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Important Results &amp; Final Output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C304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55448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5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10+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&amp; Sections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4173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C304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55448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5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337560" y="22860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(AR / EN)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4173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C304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55448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5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126480" y="22860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15400" y="14173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C304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15400" y="155448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5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915400" y="22860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Layout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383280"/>
            <a:ext cx="292608" cy="292608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3832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33375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working React site integrating all 6 members' modules into one app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822192"/>
            <a:ext cx="292608" cy="292608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8221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60120" y="377647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Arabic/English switching with correct RTL/LTR behaviour — no duplicated pages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261104"/>
            <a:ext cx="292608" cy="292608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2611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60120" y="4215384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search &amp; filtering on News, Announcements, and Faculty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700016"/>
            <a:ext cx="292608" cy="292608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7000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60120" y="4654296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contact form with success/error feedback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138928"/>
            <a:ext cx="292608" cy="292608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51389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60120" y="509320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Reviewed, merged and documented on GitHub with a README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E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0B5C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188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C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155448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TechTrek is ready for discussion.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423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member can speak to the project's idea, decisions, implementation and results — not just their own section.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3291840"/>
            <a:ext cx="365760" cy="365760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331012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bilingual React app — no duplicated pages per language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" y="3840480"/>
            <a:ext cx="365760" cy="365760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840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34440" y="385876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filtering delivered as a core requirement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1520" y="4389120"/>
            <a:ext cx="365760" cy="365760"/>
          </a:xfrm>
          <a:prstGeom prst="ellipse">
            <a:avLst/>
          </a:prstGeom>
          <a:solidFill>
            <a:srgbClr val="1C8C99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389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4440" y="440740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architecture (routing, i18n, components) ties every part together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31520" y="5349240"/>
            <a:ext cx="5029200" cy="0"/>
          </a:xfrm>
          <a:prstGeom prst="line">
            <a:avLst/>
          </a:prstGeom>
          <a:noFill/>
          <a:ln w="12700">
            <a:solidFill>
              <a:srgbClr val="2E4A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55321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TechTrek  ·  28 Ibrahim Sherif St, Mostafa Kamel, Alexandria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58064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+20 115 771 4484   ·   techtrek.eg@gmail.com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46720" y="54864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3FC1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877</Words>
  <Application>Microsoft Office PowerPoint</Application>
  <PresentationFormat>Widescreen</PresentationFormat>
  <Paragraphs>199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Mostafa EL-Hosseny</cp:lastModifiedBy>
  <cp:revision>2</cp:revision>
  <dcterms:created xsi:type="dcterms:W3CDTF">2026-08-12T21:44:01Z</dcterms:created>
  <dcterms:modified xsi:type="dcterms:W3CDTF">2026-08-12T22:45:30Z</dcterms:modified>
</cp:coreProperties>
</file>